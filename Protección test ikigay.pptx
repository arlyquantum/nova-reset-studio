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100625" y="2446139"/>
            <a:ext cx="5990748" cy="670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F8FAFC"/>
                </a:solidFill>
                <a:latin typeface="Space Grotesk"/>
              </a:rPr>
              <a:t>Guía de Integración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5150" y="3307109"/>
            <a:ext cx="5981700" cy="335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CBD5E1"/>
                </a:solidFill>
                <a:latin typeface="Plus Jakarta Sans"/>
              </a:rPr>
              <a:t>Cómo guardar y estructurar tu archivo para el portafolio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81412" y="4023270"/>
            <a:ext cx="4829175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38BDF8"/>
                </a:solidFill>
                <a:latin typeface="Plus Jakarta Sans SemiBold"/>
              </a:rPr>
              <a:t>Portafolio | Arlene Capellán (Arly Dev) - Nova Reset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32769"/>
            <a:ext cx="5324475" cy="233541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632769"/>
            <a:ext cx="5324475" cy="23354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975669"/>
            <a:ext cx="4870608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Space Grotesk"/>
              </a:rPr>
              <a:t>Nombre Recomendado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3925" y="3413819"/>
            <a:ext cx="4638675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Guarda el archivo principal de la presentación como </a:t>
            </a:r>
            <a:r>
              <a:rPr b="1" sz="1350" i="0" u="none">
                <a:solidFill>
                  <a:srgbClr val="94A3B8"/>
                </a:solidFill>
                <a:latin typeface="Plus Jakarta Sans"/>
              </a:rPr>
              <a:t>index.html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si será una sección independiente, o como </a:t>
            </a:r>
            <a:r>
              <a:rPr b="1" sz="1350" i="0" u="none">
                <a:solidFill>
                  <a:srgbClr val="94A3B8"/>
                </a:solidFill>
                <a:latin typeface="Plus Jakarta Sans"/>
              </a:rPr>
              <a:t>libertad-remota.html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si lo incrustarás dentro de una ruta o subdirectorio de tu portafolio.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975669"/>
            <a:ext cx="4870608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38BDF8"/>
                </a:solidFill>
                <a:latin typeface="Space Grotesk"/>
              </a:rPr>
              <a:t>Compatibilidad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3413819"/>
            <a:ext cx="4638675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Al ser un archivo HTML estático autocontenido (con estilos integrados), no requiere dependencias externas complejas, facilitando su despliegue directo en GitHub Pages, Netlify o Vercel.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38BDF8"/>
                </a:solidFill>
                <a:latin typeface="Space Grotesk"/>
              </a:rPr>
              <a:t>Estructura y Nombre del Archivo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214562"/>
            <a:ext cx="3486150" cy="317167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925" y="2214562"/>
            <a:ext cx="3486150" cy="317167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4825" y="2214562"/>
            <a:ext cx="3486150" cy="31716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3925" y="3176587"/>
            <a:ext cx="294036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Space Grotesk"/>
              </a:rPr>
              <a:t>1. Guardar Archivo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925" y="3538537"/>
            <a:ext cx="2800350" cy="11066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Guarda tu código con extensión 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.html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asegurándote de conservar toda la estructura de estilos y etiquetas intactas.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95825" y="3176587"/>
            <a:ext cx="294036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Space Grotesk"/>
              </a:rPr>
              <a:t>2. Organizar Ruta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5825" y="3538537"/>
            <a:ext cx="2800350" cy="13905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Ubícalo en una carpeta limpia dentro de tu repositorio o proyecto web, por ejemplo: 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/proyectos/libertad-remota/index.html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67725" y="3176587"/>
            <a:ext cx="294036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8FAFC"/>
                </a:solidFill>
                <a:latin typeface="Space Grotesk"/>
              </a:rPr>
              <a:t>3. Despliegue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67725" y="3538537"/>
            <a:ext cx="2800350" cy="109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Sube los cambios a tu repositorio de GitHub o plataforma de hosting preferida para que sea visible en vivo.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5" y="2614612"/>
            <a:ext cx="257175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5825" y="2614612"/>
            <a:ext cx="390525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7725" y="2614612"/>
            <a:ext cx="428625" cy="3429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38BDF8"/>
                </a:solidFill>
                <a:latin typeface="Space Grotesk"/>
              </a:rPr>
              <a:t>Pasos para la Subida al Portafolio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62125" y="2620416"/>
            <a:ext cx="90963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Plus Jakarta Sans SemiBold"/>
              </a:rPr>
              <a:t>Enlace Directo: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Puedes agregar un botón o tarjeta en la página principal de tu portafolio que enlace directamente a este archivo HTML.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2125" y="3407122"/>
            <a:ext cx="90963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Plus Jakarta Sans SemiBold"/>
              </a:rPr>
              <a:t>Autoría Visible: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Mantén los créditos a </a:t>
            </a:r>
            <a:r>
              <a:rPr b="0" sz="1350" i="0" u="none">
                <a:solidFill>
                  <a:srgbClr val="F8FAFC"/>
                </a:solidFill>
                <a:latin typeface="Plus Jakarta Sans SemiBold"/>
              </a:rPr>
              <a:t>Arlene Capellán (Arly Dev)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y </a:t>
            </a:r>
            <a:r>
              <a:rPr b="0" sz="1350" i="0" u="none">
                <a:solidFill>
                  <a:srgbClr val="F8FAFC"/>
                </a:solidFill>
                <a:latin typeface="Plus Jakarta Sans SemiBold"/>
              </a:rPr>
              <a:t>Nova Reset Studio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para validar tu propiedad intelectual.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62125" y="4193827"/>
            <a:ext cx="90963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F8FAFC"/>
                </a:solidFill>
                <a:latin typeface="Plus Jakarta Sans SemiBold"/>
              </a:rPr>
              <a:t>Visualización:</a:t>
            </a:r>
            <a:r>
              <a:rPr b="0" sz="1350" i="0" u="none">
                <a:solidFill>
                  <a:srgbClr val="94A3B8"/>
                </a:solidFill>
                <a:latin typeface="Plus Jakarta Sans"/>
              </a:rPr>
              <a:t> El diseño está optimizado para pantallas de alta resolución y se adapta de forma limpia a entornos de navegación web modernos.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500" y="2653754"/>
            <a:ext cx="266700" cy="2190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3440459"/>
            <a:ext cx="209550" cy="2190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227165"/>
            <a:ext cx="161925" cy="2190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38BDF8"/>
                </a:solidFill>
                <a:latin typeface="Space Grotesk"/>
              </a:rPr>
              <a:t>Recomendaciones de Presentación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5276" y="2553592"/>
            <a:ext cx="11581447" cy="781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8FAFC"/>
                </a:solidFill>
                <a:latin typeface="Space Grotesk"/>
              </a:rPr>
              <a:t>¿Listo para Publicar?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025" y="3477517"/>
            <a:ext cx="110299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94A3B8"/>
                </a:solidFill>
                <a:latin typeface="Plus Jakarta Sans"/>
              </a:rPr>
              <a:t>Tu proyecto quedará perfectamente integrado en tu portafolio profesional.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037558"/>
            <a:ext cx="110299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38BDF8"/>
                </a:solidFill>
                <a:latin typeface="Plus Jakarta Sans SemiBold"/>
              </a:rPr>
              <a:t>Nova Reset Studio | Arlene Capellán (Arly Dev)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